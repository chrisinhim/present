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80006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570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174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782A0-1A3E-4B51-B2BE-BF7EA2E5241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CA572-5D2C-4979-8471-4CD66BDB6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285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782A0-1A3E-4B51-B2BE-BF7EA2E5241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CA572-5D2C-4979-8471-4CD66BDB6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056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39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782A0-1A3E-4B51-B2BE-BF7EA2E5241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CA572-5D2C-4979-8471-4CD66BDB6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403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782A0-1A3E-4B51-B2BE-BF7EA2E5241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CA572-5D2C-4979-8471-4CD66BDB6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482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6"/>
            <a:ext cx="15525572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681163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505075"/>
            <a:ext cx="7615123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3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782A0-1A3E-4B51-B2BE-BF7EA2E5241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CA572-5D2C-4979-8471-4CD66BDB6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791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782A0-1A3E-4B51-B2BE-BF7EA2E5241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CA572-5D2C-4979-8471-4CD66BDB6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75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782A0-1A3E-4B51-B2BE-BF7EA2E5241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CA572-5D2C-4979-8471-4CD66BDB6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31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6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782A0-1A3E-4B51-B2BE-BF7EA2E5241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CA572-5D2C-4979-8471-4CD66BDB6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189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6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782A0-1A3E-4B51-B2BE-BF7EA2E5241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CA572-5D2C-4979-8471-4CD66BDB6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461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782A0-1A3E-4B51-B2BE-BF7EA2E5241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CA572-5D2C-4979-8471-4CD66BDB6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472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65125"/>
            <a:ext cx="3881393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65125"/>
            <a:ext cx="11419171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782A0-1A3E-4B51-B2BE-BF7EA2E5241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CA572-5D2C-4979-8471-4CD66BDB6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043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D782A0-1A3E-4B51-B2BE-BF7EA2E5241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1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BCA572-5D2C-4979-8471-4CD66BDB6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693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0016A7-1BDC-37C7-1525-1FD8A5DE58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999"/>
          <a:stretch>
            <a:fillRect/>
          </a:stretch>
        </p:blipFill>
        <p:spPr>
          <a:xfrm>
            <a:off x="1968079" y="710540"/>
            <a:ext cx="2934109" cy="428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08292F-40EC-C1CE-3BDF-BF2266FB32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25" t="37009" r="325" b="23997"/>
          <a:stretch>
            <a:fillRect/>
          </a:stretch>
        </p:blipFill>
        <p:spPr>
          <a:xfrm>
            <a:off x="1968079" y="1306025"/>
            <a:ext cx="2934109" cy="3714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F5F378-459E-29BC-4DE6-0B09E5AF0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649" y="1834782"/>
            <a:ext cx="781159" cy="3334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B0F9E2-BC06-3C62-4379-8119C5491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758" y="615141"/>
            <a:ext cx="2114845" cy="23053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189DCC-C730-B270-0DE1-0BC685BDE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138" y="710540"/>
            <a:ext cx="2743583" cy="49917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96AA52-8994-696F-85D7-A7049E25B6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306" y="710540"/>
            <a:ext cx="2753109" cy="47060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A728F05-FDE0-39AF-EA51-59513A84AB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94308" y="721970"/>
            <a:ext cx="1476581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22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Malapati</dc:creator>
  <cp:lastModifiedBy>Christopher Malapati</cp:lastModifiedBy>
  <cp:revision>1</cp:revision>
  <dcterms:created xsi:type="dcterms:W3CDTF">2026-08-13T17:38:51Z</dcterms:created>
  <dcterms:modified xsi:type="dcterms:W3CDTF">2026-08-13T18:23:13Z</dcterms:modified>
</cp:coreProperties>
</file>