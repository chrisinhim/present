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05" autoAdjust="0"/>
    <p:restoredTop sz="94660"/>
  </p:normalViewPr>
  <p:slideViewPr>
    <p:cSldViewPr snapToGrid="0">
      <p:cViewPr>
        <p:scale>
          <a:sx n="125" d="100"/>
          <a:sy n="125" d="100"/>
        </p:scale>
        <p:origin x="212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CD3E-0A38-880B-D501-5B59D2445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46211-6A00-ECCB-019A-51BE6C6A0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999B-D7A7-B515-6299-3573E1AD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EEFB3-C7DC-839D-93B7-4F5F918E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ABD0A-5C8D-94D7-2D70-174EF0B1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24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E964-14E2-477F-AA44-D6E44AF7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A6E6-9D93-E1A1-186E-A5B3B5309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757A4-505E-A612-1526-72C0595C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1749-5583-AD0A-2B91-F64CB094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334D6-5B31-D8AF-5B7D-89784219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45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5A76-7E1D-42AE-8965-1E71A149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DE02D-DBE0-8492-EA71-FE9658FB3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1607C-2CC3-DA91-CE93-010FBE81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F3AC-8E7F-1BC6-92E3-CAB0AF40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8C43-F705-84F1-76EE-08A9636E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00C1-2E17-0C60-59DC-9ED701FA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1BF5B-D6B4-6F38-EA06-26802B9AF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A11B5-64A6-3A13-F856-6256A1DD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1CAD7-5C74-7EDD-C4CE-06E53B1E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A2FD0-3EC2-BAFF-6707-730B384D6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0D675-3F82-BC0F-7807-92673D1D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74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86BD-3BEB-6C70-CA91-C4279C9B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CD333-F47C-B43A-03B6-4F7C49D1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33BF7-DAC5-32DE-04D1-0B1EFCA6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855C2-B3FB-828F-D09A-9D8AA13A1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4D78E-84FF-86E5-320E-57C99B094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F11F8-AD1E-53D4-0C7F-348DEEE0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20BF1-93FB-4751-5517-A0DF3C5E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C9DEA-81C1-5A20-85F1-267A0329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7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121F-9579-9BB1-7C93-2DEF2B86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4A319-513E-6803-EF03-2A52AE96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89CFE-EAB0-A8E0-C8B9-145AF6DC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53727-A9C0-B399-DD76-B79E8F39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4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0EE2D-A390-D995-FE8E-AE7ED873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90729-35C1-8A3B-CBF8-70A51C3C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32DC-44C2-0BB2-391B-BCE49F97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4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25B0-3510-76F2-3B33-C1629EE8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7C0E-6D4F-D3F0-E43D-0344F42C0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0186D-3D2E-B21A-F1CA-22CA46853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EC7E4-B734-670B-98BC-37842C05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7B35-9FC0-4454-BACE-B79992BA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90B2-63ED-5373-8C29-838623D8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8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513C-234B-7D03-D077-4513CAD91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3AD43-8FAB-3194-2A92-F011E2EB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62F2C-FE69-FD28-C123-50D64DA4C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C7A69-10A4-BDED-6AED-A1880F74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6AC74-183C-D779-56BF-953C322A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3D7A-709E-2DE5-1AB0-34E97DF3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52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BF02-30AC-11CA-4AB8-C67BADD8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E35E3-4B0B-83CF-DBEE-C1C6320BC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C83E3-6165-686C-5618-CC9E69B6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79B89-4477-A3C0-9F41-02013969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3DE9-555C-D9FD-204B-69B69A14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39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96374-3AEC-9F35-9C24-385F0077D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110C1-761C-20D8-CCBF-A457692E0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E2798-6A39-23BE-FC8E-071024E2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298AA-3D34-28BF-2DFB-EA0C1D7C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61A1-C12F-7F33-4E71-16AE8A60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0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24B8E-8948-C1E1-222F-4768A32D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61892-355F-0599-FD79-05A277A95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6DD1-585C-2D7B-59B1-A7873C52E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5A5C1-6459-41EE-BF72-879B0727E52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EFEF-1B75-89E7-5483-88E34A78D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9B161-31B8-5AB8-DFB7-D025E20D1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699F-FD4F-421A-8860-C1E8F9128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63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3DBCCC4-B82F-D371-F9E7-EA2A06C05417}"/>
              </a:ext>
            </a:extLst>
          </p:cNvPr>
          <p:cNvGrpSpPr/>
          <p:nvPr/>
        </p:nvGrpSpPr>
        <p:grpSpPr>
          <a:xfrm>
            <a:off x="188614" y="177040"/>
            <a:ext cx="4165267" cy="996008"/>
            <a:chOff x="188614" y="320516"/>
            <a:chExt cx="4165267" cy="99600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D8782F-2B23-B06E-EBFC-3A91F0322688}"/>
                </a:ext>
              </a:extLst>
            </p:cNvPr>
            <p:cNvSpPr/>
            <p:nvPr/>
          </p:nvSpPr>
          <p:spPr>
            <a:xfrm>
              <a:off x="293846" y="320516"/>
              <a:ext cx="812007" cy="2619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TEXT</a:t>
              </a:r>
              <a:endParaRPr lang="en-IN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946A3C-B301-B8CB-4227-583727CF91CA}"/>
                </a:ext>
              </a:extLst>
            </p:cNvPr>
            <p:cNvSpPr/>
            <p:nvPr/>
          </p:nvSpPr>
          <p:spPr>
            <a:xfrm>
              <a:off x="1105853" y="32051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VERSE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AE8FE5-A6EE-0B7A-72A8-E70D9C0F077C}"/>
                </a:ext>
              </a:extLst>
            </p:cNvPr>
            <p:cNvSpPr/>
            <p:nvPr/>
          </p:nvSpPr>
          <p:spPr>
            <a:xfrm>
              <a:off x="1917860" y="32051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61BF27-19C7-6CF5-6156-3CCA67C6F8B2}"/>
                </a:ext>
              </a:extLst>
            </p:cNvPr>
            <p:cNvSpPr/>
            <p:nvPr/>
          </p:nvSpPr>
          <p:spPr>
            <a:xfrm>
              <a:off x="2729867" y="32051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9BA722-1792-83A9-1B3F-96DFBD22BA0C}"/>
                </a:ext>
              </a:extLst>
            </p:cNvPr>
            <p:cNvSpPr/>
            <p:nvPr/>
          </p:nvSpPr>
          <p:spPr>
            <a:xfrm>
              <a:off x="3541874" y="32051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8C6895-2ABA-7656-A7AC-46E980F30845}"/>
                </a:ext>
              </a:extLst>
            </p:cNvPr>
            <p:cNvSpPr/>
            <p:nvPr/>
          </p:nvSpPr>
          <p:spPr>
            <a:xfrm>
              <a:off x="293846" y="582454"/>
              <a:ext cx="4060035" cy="50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65000"/>
                    </a:schemeClr>
                  </a:solidFill>
                </a:rPr>
                <a:t>Write any text …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FC1A8CA-99F5-214C-D130-6B15FECC61B4}"/>
                </a:ext>
              </a:extLst>
            </p:cNvPr>
            <p:cNvSpPr/>
            <p:nvPr/>
          </p:nvSpPr>
          <p:spPr>
            <a:xfrm>
              <a:off x="914400" y="1124586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Solid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534050D-F80B-9859-7878-E2E73673F067}"/>
                </a:ext>
              </a:extLst>
            </p:cNvPr>
            <p:cNvSpPr txBox="1"/>
            <p:nvPr/>
          </p:nvSpPr>
          <p:spPr>
            <a:xfrm>
              <a:off x="188614" y="1085692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BDCDA630-08CE-612B-5490-240327F50EA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574960" y="1157361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FA40B6-6E0D-BD0C-64A0-C764CF955441}"/>
                </a:ext>
              </a:extLst>
            </p:cNvPr>
            <p:cNvSpPr/>
            <p:nvPr/>
          </p:nvSpPr>
          <p:spPr>
            <a:xfrm>
              <a:off x="1747838" y="1124586"/>
              <a:ext cx="128587" cy="12977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A8F0F7E-D0F8-BE2C-2667-7E80029501A6}"/>
                </a:ext>
              </a:extLst>
            </p:cNvPr>
            <p:cNvSpPr/>
            <p:nvPr/>
          </p:nvSpPr>
          <p:spPr>
            <a:xfrm>
              <a:off x="1917860" y="1124586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B35A015-6445-1BFC-1B56-F6BC7F18AFD7}"/>
                </a:ext>
              </a:extLst>
            </p:cNvPr>
            <p:cNvGrpSpPr/>
            <p:nvPr/>
          </p:nvGrpSpPr>
          <p:grpSpPr>
            <a:xfrm>
              <a:off x="3469744" y="647700"/>
              <a:ext cx="801833" cy="376238"/>
              <a:chOff x="3898777" y="647700"/>
              <a:chExt cx="801833" cy="376238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FE113AB-68A1-ACC6-284E-FB1AF48C6635}"/>
                  </a:ext>
                </a:extLst>
              </p:cNvPr>
              <p:cNvGrpSpPr/>
              <p:nvPr/>
            </p:nvGrpSpPr>
            <p:grpSpPr>
              <a:xfrm>
                <a:off x="3898777" y="647700"/>
                <a:ext cx="455104" cy="372801"/>
                <a:chOff x="5318971" y="416288"/>
                <a:chExt cx="455104" cy="372801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D766D7AD-0CC4-4AB1-D90F-BC053B67F070}"/>
                    </a:ext>
                  </a:extLst>
                </p:cNvPr>
                <p:cNvSpPr/>
                <p:nvPr/>
              </p:nvSpPr>
              <p:spPr>
                <a:xfrm>
                  <a:off x="5318971" y="416288"/>
                  <a:ext cx="372801" cy="37280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CC80EBF8-663E-D361-D0C6-BD35319AE140}"/>
                    </a:ext>
                  </a:extLst>
                </p:cNvPr>
                <p:cNvGrpSpPr/>
                <p:nvPr/>
              </p:nvGrpSpPr>
              <p:grpSpPr>
                <a:xfrm>
                  <a:off x="5387638" y="441504"/>
                  <a:ext cx="386437" cy="322367"/>
                  <a:chOff x="6122539" y="346448"/>
                  <a:chExt cx="386437" cy="322367"/>
                </a:xfrm>
              </p:grpSpPr>
              <p:sp>
                <p:nvSpPr>
                  <p:cNvPr id="77" name="Isosceles Triangle 76">
                    <a:extLst>
                      <a:ext uri="{FF2B5EF4-FFF2-40B4-BE49-F238E27FC236}">
                        <a16:creationId xmlns:a16="http://schemas.microsoft.com/office/drawing/2014/main" id="{056EC78E-79A2-41B3-3D57-D2EC03DEB22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117214" y="462526"/>
                    <a:ext cx="104644" cy="90211"/>
                  </a:xfrm>
                  <a:prstGeom prst="triangl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5074B2C6-FB88-2708-95C6-D5AA32CF8D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29594" y="433524"/>
                    <a:ext cx="32987" cy="14821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EF003821-8F67-6F4A-8AFA-2A00F0C2DF61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154574" y="314413"/>
                    <a:ext cx="322367" cy="3864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dirty="0">
                        <a:solidFill>
                          <a:srgbClr val="156082"/>
                        </a:solidFill>
                      </a:rPr>
                      <a:t>=</a:t>
                    </a:r>
                    <a:endParaRPr lang="en-IN" dirty="0">
                      <a:solidFill>
                        <a:srgbClr val="156082"/>
                      </a:solidFill>
                    </a:endParaRPr>
                  </a:p>
                </p:txBody>
              </p:sp>
            </p:grp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B998D07-B596-AF1A-70DB-1D55FDA987A9}"/>
                  </a:ext>
                </a:extLst>
              </p:cNvPr>
              <p:cNvSpPr/>
              <p:nvPr/>
            </p:nvSpPr>
            <p:spPr>
              <a:xfrm>
                <a:off x="4327809" y="647700"/>
                <a:ext cx="372801" cy="1865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700" dirty="0">
                    <a:solidFill>
                      <a:schemeClr val="tx1"/>
                    </a:solidFill>
                  </a:rPr>
                  <a:t>30</a:t>
                </a:r>
                <a:endParaRPr lang="en-IN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C8C0906-2781-B9D6-F1F9-84576CE20639}"/>
                  </a:ext>
                </a:extLst>
              </p:cNvPr>
              <p:cNvSpPr/>
              <p:nvPr/>
            </p:nvSpPr>
            <p:spPr>
              <a:xfrm>
                <a:off x="4327809" y="889857"/>
                <a:ext cx="372801" cy="13408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A2DB554-4D16-DF4F-67ED-7FCD5FBDFB62}"/>
              </a:ext>
            </a:extLst>
          </p:cNvPr>
          <p:cNvGrpSpPr/>
          <p:nvPr/>
        </p:nvGrpSpPr>
        <p:grpSpPr>
          <a:xfrm>
            <a:off x="210999" y="1445115"/>
            <a:ext cx="4142882" cy="1027600"/>
            <a:chOff x="210999" y="2434273"/>
            <a:chExt cx="4142882" cy="10276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0C05CC-9849-1065-7B6D-3D74CC120B50}"/>
                </a:ext>
              </a:extLst>
            </p:cNvPr>
            <p:cNvSpPr/>
            <p:nvPr/>
          </p:nvSpPr>
          <p:spPr>
            <a:xfrm>
              <a:off x="293846" y="243427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AEB7B4-4C4F-316F-B793-36FF39F6F3EB}"/>
                </a:ext>
              </a:extLst>
            </p:cNvPr>
            <p:cNvSpPr/>
            <p:nvPr/>
          </p:nvSpPr>
          <p:spPr>
            <a:xfrm>
              <a:off x="1105853" y="2434273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VERSE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D56640-7C20-B077-B012-3CA86173D48C}"/>
                </a:ext>
              </a:extLst>
            </p:cNvPr>
            <p:cNvSpPr/>
            <p:nvPr/>
          </p:nvSpPr>
          <p:spPr>
            <a:xfrm>
              <a:off x="1917860" y="243427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F2CE66-9718-2622-27AE-DC13B8077445}"/>
                </a:ext>
              </a:extLst>
            </p:cNvPr>
            <p:cNvSpPr/>
            <p:nvPr/>
          </p:nvSpPr>
          <p:spPr>
            <a:xfrm>
              <a:off x="2729867" y="243427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0DE0F6F-670F-AB7A-2A2F-844D70E36D0F}"/>
                </a:ext>
              </a:extLst>
            </p:cNvPr>
            <p:cNvSpPr/>
            <p:nvPr/>
          </p:nvSpPr>
          <p:spPr>
            <a:xfrm>
              <a:off x="3541874" y="243427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53AF84-19D8-C50D-D90E-8645B5D0FB6F}"/>
                </a:ext>
              </a:extLst>
            </p:cNvPr>
            <p:cNvSpPr/>
            <p:nvPr/>
          </p:nvSpPr>
          <p:spPr>
            <a:xfrm>
              <a:off x="293846" y="2696211"/>
              <a:ext cx="4060035" cy="50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65000"/>
                    </a:schemeClr>
                  </a:solidFill>
                </a:rPr>
                <a:t>Type a book of the Bible, e.g., ‘John 3:16’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6D6898-3C8D-AABD-892A-C17A6246D95C}"/>
                </a:ext>
              </a:extLst>
            </p:cNvPr>
            <p:cNvSpPr/>
            <p:nvPr/>
          </p:nvSpPr>
          <p:spPr>
            <a:xfrm>
              <a:off x="936785" y="3269935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Picture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0C47EC-764C-A3CA-7E8E-2274257AB31F}"/>
                </a:ext>
              </a:extLst>
            </p:cNvPr>
            <p:cNvSpPr txBox="1"/>
            <p:nvPr/>
          </p:nvSpPr>
          <p:spPr>
            <a:xfrm>
              <a:off x="210999" y="3231041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BBE75A13-FFFF-E465-3316-21AB062F23C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597345" y="3302710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1B55E6C-F9B0-015E-846F-56B2BE999228}"/>
                </a:ext>
              </a:extLst>
            </p:cNvPr>
            <p:cNvSpPr/>
            <p:nvPr/>
          </p:nvSpPr>
          <p:spPr>
            <a:xfrm>
              <a:off x="1770223" y="3269935"/>
              <a:ext cx="1396840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600" dirty="0">
                  <a:solidFill>
                    <a:srgbClr val="A6A6A6"/>
                  </a:solidFill>
                </a:rPr>
                <a:t>Browse …</a:t>
              </a:r>
              <a:endParaRPr lang="en-IN" sz="600" dirty="0">
                <a:solidFill>
                  <a:srgbClr val="A6A6A6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A0AFCC7-4FBD-A5BF-7EF7-0CD70524CDD6}"/>
                </a:ext>
              </a:extLst>
            </p:cNvPr>
            <p:cNvSpPr/>
            <p:nvPr/>
          </p:nvSpPr>
          <p:spPr>
            <a:xfrm>
              <a:off x="3217914" y="3278505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58C00EF-56EC-31AD-DF6B-3F8FC5AF8C59}"/>
                </a:ext>
              </a:extLst>
            </p:cNvPr>
            <p:cNvGrpSpPr/>
            <p:nvPr/>
          </p:nvGrpSpPr>
          <p:grpSpPr>
            <a:xfrm>
              <a:off x="3497860" y="2770030"/>
              <a:ext cx="801833" cy="376238"/>
              <a:chOff x="3898777" y="647700"/>
              <a:chExt cx="801833" cy="376238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A33EEA2D-0B53-CA6D-79D9-74996B34ED6F}"/>
                  </a:ext>
                </a:extLst>
              </p:cNvPr>
              <p:cNvGrpSpPr/>
              <p:nvPr/>
            </p:nvGrpSpPr>
            <p:grpSpPr>
              <a:xfrm>
                <a:off x="3898777" y="647700"/>
                <a:ext cx="455104" cy="372801"/>
                <a:chOff x="5318971" y="416288"/>
                <a:chExt cx="455104" cy="372801"/>
              </a:xfrm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FDDC1B2D-EE49-BEB0-3B94-F898ACE32345}"/>
                    </a:ext>
                  </a:extLst>
                </p:cNvPr>
                <p:cNvSpPr/>
                <p:nvPr/>
              </p:nvSpPr>
              <p:spPr>
                <a:xfrm>
                  <a:off x="5318971" y="416288"/>
                  <a:ext cx="372801" cy="37280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6052108B-87F4-8E53-C6C4-F5FC6A8A64EA}"/>
                    </a:ext>
                  </a:extLst>
                </p:cNvPr>
                <p:cNvGrpSpPr/>
                <p:nvPr/>
              </p:nvGrpSpPr>
              <p:grpSpPr>
                <a:xfrm>
                  <a:off x="5387638" y="441504"/>
                  <a:ext cx="386437" cy="322367"/>
                  <a:chOff x="6122539" y="346448"/>
                  <a:chExt cx="386437" cy="322367"/>
                </a:xfrm>
              </p:grpSpPr>
              <p:sp>
                <p:nvSpPr>
                  <p:cNvPr id="99" name="Isosceles Triangle 98">
                    <a:extLst>
                      <a:ext uri="{FF2B5EF4-FFF2-40B4-BE49-F238E27FC236}">
                        <a16:creationId xmlns:a16="http://schemas.microsoft.com/office/drawing/2014/main" id="{821508B3-8DA1-0183-4941-38F25CB34D5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117214" y="462526"/>
                    <a:ext cx="104644" cy="90211"/>
                  </a:xfrm>
                  <a:prstGeom prst="triangl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136458CE-E403-619A-9989-E33564D388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29594" y="433524"/>
                    <a:ext cx="32987" cy="14821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9C00C418-1F3E-2024-7C15-C197744C86D7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154574" y="314413"/>
                    <a:ext cx="322367" cy="3864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dirty="0">
                        <a:solidFill>
                          <a:srgbClr val="156082"/>
                        </a:solidFill>
                      </a:rPr>
                      <a:t>=</a:t>
                    </a:r>
                    <a:endParaRPr lang="en-IN" dirty="0">
                      <a:solidFill>
                        <a:srgbClr val="156082"/>
                      </a:solidFill>
                    </a:endParaRPr>
                  </a:p>
                </p:txBody>
              </p:sp>
            </p:grp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CFC25EA-A29D-AF95-DD4B-98036228A762}"/>
                  </a:ext>
                </a:extLst>
              </p:cNvPr>
              <p:cNvSpPr/>
              <p:nvPr/>
            </p:nvSpPr>
            <p:spPr>
              <a:xfrm>
                <a:off x="4327809" y="647700"/>
                <a:ext cx="372801" cy="1865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700" dirty="0">
                    <a:solidFill>
                      <a:schemeClr val="tx1"/>
                    </a:solidFill>
                  </a:rPr>
                  <a:t>30</a:t>
                </a:r>
                <a:endParaRPr lang="en-IN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0AB901DB-9250-3F29-6B73-18E139101A78}"/>
                  </a:ext>
                </a:extLst>
              </p:cNvPr>
              <p:cNvSpPr/>
              <p:nvPr/>
            </p:nvSpPr>
            <p:spPr>
              <a:xfrm>
                <a:off x="4327809" y="889857"/>
                <a:ext cx="372801" cy="13408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8C19779-E8A8-F94F-BA09-160334266278}"/>
              </a:ext>
            </a:extLst>
          </p:cNvPr>
          <p:cNvGrpSpPr/>
          <p:nvPr/>
        </p:nvGrpSpPr>
        <p:grpSpPr>
          <a:xfrm>
            <a:off x="230049" y="2744782"/>
            <a:ext cx="4123832" cy="1130682"/>
            <a:chOff x="230049" y="2641493"/>
            <a:chExt cx="4123832" cy="11306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7A1B14-F5F7-7740-7332-6C3036D6447E}"/>
                </a:ext>
              </a:extLst>
            </p:cNvPr>
            <p:cNvSpPr/>
            <p:nvPr/>
          </p:nvSpPr>
          <p:spPr>
            <a:xfrm>
              <a:off x="293846" y="264149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CE696E-1B60-3454-CB8B-1C4C3A65F958}"/>
                </a:ext>
              </a:extLst>
            </p:cNvPr>
            <p:cNvSpPr/>
            <p:nvPr/>
          </p:nvSpPr>
          <p:spPr>
            <a:xfrm>
              <a:off x="1105853" y="264149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086B060-AAF5-3B5B-BDBE-84839A01EEE9}"/>
                </a:ext>
              </a:extLst>
            </p:cNvPr>
            <p:cNvSpPr/>
            <p:nvPr/>
          </p:nvSpPr>
          <p:spPr>
            <a:xfrm>
              <a:off x="1917860" y="2641493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05B223-AF83-1D4A-894C-8529ECF3AD71}"/>
                </a:ext>
              </a:extLst>
            </p:cNvPr>
            <p:cNvSpPr/>
            <p:nvPr/>
          </p:nvSpPr>
          <p:spPr>
            <a:xfrm>
              <a:off x="2729867" y="264149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65C5BD4-51C9-2E34-446C-662D5A88A561}"/>
                </a:ext>
              </a:extLst>
            </p:cNvPr>
            <p:cNvSpPr/>
            <p:nvPr/>
          </p:nvSpPr>
          <p:spPr>
            <a:xfrm>
              <a:off x="3541874" y="264149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B6E5070-7F47-095D-B28E-A98AAE5D775F}"/>
                </a:ext>
              </a:extLst>
            </p:cNvPr>
            <p:cNvSpPr/>
            <p:nvPr/>
          </p:nvSpPr>
          <p:spPr>
            <a:xfrm>
              <a:off x="293846" y="2903431"/>
              <a:ext cx="4060035" cy="6045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1B07F34-0348-44C9-3F01-52EA546813C9}"/>
                </a:ext>
              </a:extLst>
            </p:cNvPr>
            <p:cNvSpPr txBox="1"/>
            <p:nvPr/>
          </p:nvSpPr>
          <p:spPr>
            <a:xfrm>
              <a:off x="230049" y="3541343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D3CA7EE-BEC7-2272-4658-7396BF79DB8D}"/>
                </a:ext>
              </a:extLst>
            </p:cNvPr>
            <p:cNvGrpSpPr/>
            <p:nvPr/>
          </p:nvGrpSpPr>
          <p:grpSpPr>
            <a:xfrm>
              <a:off x="955835" y="3578154"/>
              <a:ext cx="782587" cy="129777"/>
              <a:chOff x="955835" y="5137235"/>
              <a:chExt cx="782587" cy="129777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3B3437A-E42F-96EB-E29D-F45C187EEC65}"/>
                  </a:ext>
                </a:extLst>
              </p:cNvPr>
              <p:cNvSpPr/>
              <p:nvPr/>
            </p:nvSpPr>
            <p:spPr>
              <a:xfrm>
                <a:off x="955835" y="5137235"/>
                <a:ext cx="782587" cy="12977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800" dirty="0">
                    <a:solidFill>
                      <a:schemeClr val="tx1"/>
                    </a:solidFill>
                  </a:rPr>
                  <a:t>Video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4A33DE4F-D16F-F52B-47B4-213404A4E95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616395" y="5170010"/>
                <a:ext cx="83520" cy="7200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852B2B0-978D-B1EC-4C70-F8513FCC0E64}"/>
                </a:ext>
              </a:extLst>
            </p:cNvPr>
            <p:cNvSpPr/>
            <p:nvPr/>
          </p:nvSpPr>
          <p:spPr>
            <a:xfrm>
              <a:off x="1770223" y="3578154"/>
              <a:ext cx="1396840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600" dirty="0">
                  <a:solidFill>
                    <a:srgbClr val="A6A6A6"/>
                  </a:solidFill>
                </a:rPr>
                <a:t>Browse …</a:t>
              </a:r>
              <a:endParaRPr lang="en-IN" sz="600" dirty="0">
                <a:solidFill>
                  <a:srgbClr val="A6A6A6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CB1512-06EF-3108-244F-B7C62696BD00}"/>
                </a:ext>
              </a:extLst>
            </p:cNvPr>
            <p:cNvSpPr/>
            <p:nvPr/>
          </p:nvSpPr>
          <p:spPr>
            <a:xfrm>
              <a:off x="3202522" y="3578154"/>
              <a:ext cx="382886" cy="129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20D779D-522B-98AD-742D-DA868F4B9FCB}"/>
                </a:ext>
              </a:extLst>
            </p:cNvPr>
            <p:cNvGrpSpPr/>
            <p:nvPr/>
          </p:nvGrpSpPr>
          <p:grpSpPr>
            <a:xfrm>
              <a:off x="3497860" y="2969312"/>
              <a:ext cx="455104" cy="372801"/>
              <a:chOff x="5318971" y="416288"/>
              <a:chExt cx="455104" cy="372801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454F6762-594E-13F1-5FC6-D0CAAD29F193}"/>
                  </a:ext>
                </a:extLst>
              </p:cNvPr>
              <p:cNvSpPr/>
              <p:nvPr/>
            </p:nvSpPr>
            <p:spPr>
              <a:xfrm>
                <a:off x="5318971" y="416288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4E4D48A-6567-BA3F-5476-E0908AB84F72}"/>
                  </a:ext>
                </a:extLst>
              </p:cNvPr>
              <p:cNvGrpSpPr/>
              <p:nvPr/>
            </p:nvGrpSpPr>
            <p:grpSpPr>
              <a:xfrm>
                <a:off x="5387638" y="441504"/>
                <a:ext cx="386437" cy="322367"/>
                <a:chOff x="6122539" y="346448"/>
                <a:chExt cx="386437" cy="322367"/>
              </a:xfrm>
            </p:grpSpPr>
            <p:sp>
              <p:nvSpPr>
                <p:cNvPr id="108" name="Isosceles Triangle 107">
                  <a:extLst>
                    <a:ext uri="{FF2B5EF4-FFF2-40B4-BE49-F238E27FC236}">
                      <a16:creationId xmlns:a16="http://schemas.microsoft.com/office/drawing/2014/main" id="{264E9CF5-DB4A-2F56-4052-1B1C2800A56B}"/>
                    </a:ext>
                  </a:extLst>
                </p:cNvPr>
                <p:cNvSpPr/>
                <p:nvPr/>
              </p:nvSpPr>
              <p:spPr>
                <a:xfrm rot="5400000">
                  <a:off x="6117214" y="462526"/>
                  <a:ext cx="104644" cy="90211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692DF9D0-D813-652B-8B18-73279A963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29594" y="433524"/>
                  <a:ext cx="32987" cy="14821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78BEA6ED-860B-9EDF-767A-5CFD055A975F}"/>
                    </a:ext>
                  </a:extLst>
                </p:cNvPr>
                <p:cNvSpPr txBox="1"/>
                <p:nvPr/>
              </p:nvSpPr>
              <p:spPr>
                <a:xfrm rot="5400000">
                  <a:off x="6154574" y="314413"/>
                  <a:ext cx="322367" cy="3864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>
                      <a:solidFill>
                        <a:srgbClr val="156082"/>
                      </a:solidFill>
                    </a:rPr>
                    <a:t>=</a:t>
                  </a:r>
                  <a:endParaRPr lang="en-IN" dirty="0">
                    <a:solidFill>
                      <a:srgbClr val="156082"/>
                    </a:solidFill>
                  </a:endParaRPr>
                </a:p>
              </p:txBody>
            </p:sp>
          </p:grp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9E087A2-6A8C-A06A-A010-B6F75E19275A}"/>
                </a:ext>
              </a:extLst>
            </p:cNvPr>
            <p:cNvSpPr/>
            <p:nvPr/>
          </p:nvSpPr>
          <p:spPr>
            <a:xfrm>
              <a:off x="3926892" y="2969313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4A6D57-7EBC-277D-8F3A-E5301235079D}"/>
                </a:ext>
              </a:extLst>
            </p:cNvPr>
            <p:cNvSpPr/>
            <p:nvPr/>
          </p:nvSpPr>
          <p:spPr>
            <a:xfrm>
              <a:off x="293846" y="2903430"/>
              <a:ext cx="770572" cy="1999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/>
                <a:t>Time Now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BE2306D-B909-2B93-A15E-34630E807373}"/>
                </a:ext>
              </a:extLst>
            </p:cNvPr>
            <p:cNvSpPr/>
            <p:nvPr/>
          </p:nvSpPr>
          <p:spPr>
            <a:xfrm>
              <a:off x="293846" y="3108054"/>
              <a:ext cx="770572" cy="1999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>
                  <a:solidFill>
                    <a:sysClr val="windowText" lastClr="000000"/>
                  </a:solidFill>
                </a:rPr>
                <a:t>Countdown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2B0973-D100-4BDD-3F8C-A1272D865AD7}"/>
                </a:ext>
              </a:extLst>
            </p:cNvPr>
            <p:cNvSpPr/>
            <p:nvPr/>
          </p:nvSpPr>
          <p:spPr>
            <a:xfrm>
              <a:off x="293846" y="3308013"/>
              <a:ext cx="770572" cy="1999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>
                  <a:solidFill>
                    <a:sysClr val="windowText" lastClr="000000"/>
                  </a:solidFill>
                </a:rPr>
                <a:t>Pomodoro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A8C3AC5-90C9-EC0A-4489-48195081D4CD}"/>
              </a:ext>
            </a:extLst>
          </p:cNvPr>
          <p:cNvGrpSpPr/>
          <p:nvPr/>
        </p:nvGrpSpPr>
        <p:grpSpPr>
          <a:xfrm>
            <a:off x="230049" y="4147531"/>
            <a:ext cx="4123832" cy="1130682"/>
            <a:chOff x="230049" y="3943526"/>
            <a:chExt cx="4123832" cy="1130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7FBAFB-2350-8B0E-4B2A-B23602C6730E}"/>
                </a:ext>
              </a:extLst>
            </p:cNvPr>
            <p:cNvSpPr/>
            <p:nvPr/>
          </p:nvSpPr>
          <p:spPr>
            <a:xfrm>
              <a:off x="293846" y="394352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FFE62D-D6CC-9B31-0FAE-92CD1D7C9F0B}"/>
                </a:ext>
              </a:extLst>
            </p:cNvPr>
            <p:cNvSpPr/>
            <p:nvPr/>
          </p:nvSpPr>
          <p:spPr>
            <a:xfrm>
              <a:off x="1105853" y="394352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65DB0A-A5F8-9E7C-B7D0-0259CDCADD64}"/>
                </a:ext>
              </a:extLst>
            </p:cNvPr>
            <p:cNvSpPr/>
            <p:nvPr/>
          </p:nvSpPr>
          <p:spPr>
            <a:xfrm>
              <a:off x="1917860" y="3943526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1C63E2-5CB0-915F-F4C9-4F1BF9861B06}"/>
                </a:ext>
              </a:extLst>
            </p:cNvPr>
            <p:cNvSpPr/>
            <p:nvPr/>
          </p:nvSpPr>
          <p:spPr>
            <a:xfrm>
              <a:off x="2729867" y="394352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41C0440-71FF-8D72-8958-5E0EBE1CE019}"/>
                </a:ext>
              </a:extLst>
            </p:cNvPr>
            <p:cNvSpPr/>
            <p:nvPr/>
          </p:nvSpPr>
          <p:spPr>
            <a:xfrm>
              <a:off x="3541874" y="3943526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CB74F63-B0D1-0449-1F70-A8DBF959DD05}"/>
                </a:ext>
              </a:extLst>
            </p:cNvPr>
            <p:cNvSpPr/>
            <p:nvPr/>
          </p:nvSpPr>
          <p:spPr>
            <a:xfrm>
              <a:off x="293846" y="4205464"/>
              <a:ext cx="4060035" cy="6045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3612489-88EB-554C-9D57-439632C49531}"/>
                </a:ext>
              </a:extLst>
            </p:cNvPr>
            <p:cNvSpPr txBox="1"/>
            <p:nvPr/>
          </p:nvSpPr>
          <p:spPr>
            <a:xfrm>
              <a:off x="230049" y="4843376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1D23F19-F207-CE76-434C-F00F151A0CAA}"/>
                </a:ext>
              </a:extLst>
            </p:cNvPr>
            <p:cNvGrpSpPr/>
            <p:nvPr/>
          </p:nvGrpSpPr>
          <p:grpSpPr>
            <a:xfrm>
              <a:off x="955835" y="4880187"/>
              <a:ext cx="782587" cy="129777"/>
              <a:chOff x="955835" y="5137235"/>
              <a:chExt cx="782587" cy="129777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FB2C481-D480-C7B6-6084-213AF4DB2368}"/>
                  </a:ext>
                </a:extLst>
              </p:cNvPr>
              <p:cNvSpPr/>
              <p:nvPr/>
            </p:nvSpPr>
            <p:spPr>
              <a:xfrm>
                <a:off x="955835" y="5137235"/>
                <a:ext cx="782587" cy="12977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800" dirty="0">
                    <a:solidFill>
                      <a:schemeClr val="tx1"/>
                    </a:solidFill>
                  </a:rPr>
                  <a:t>Video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D6E9CDAF-F913-CCC6-DD30-04D4FFDA24F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616395" y="5170010"/>
                <a:ext cx="83520" cy="72000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D33D398-8BDF-8811-EA91-D6F08FBF5F24}"/>
                </a:ext>
              </a:extLst>
            </p:cNvPr>
            <p:cNvSpPr/>
            <p:nvPr/>
          </p:nvSpPr>
          <p:spPr>
            <a:xfrm>
              <a:off x="1770223" y="4880187"/>
              <a:ext cx="1396840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600" dirty="0">
                  <a:solidFill>
                    <a:srgbClr val="A6A6A6"/>
                  </a:solidFill>
                </a:rPr>
                <a:t>Browse …</a:t>
              </a:r>
              <a:endParaRPr lang="en-IN" sz="600" dirty="0">
                <a:solidFill>
                  <a:srgbClr val="A6A6A6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6E1DD29-A20E-AE98-F1C6-5694C687C9FE}"/>
                </a:ext>
              </a:extLst>
            </p:cNvPr>
            <p:cNvSpPr/>
            <p:nvPr/>
          </p:nvSpPr>
          <p:spPr>
            <a:xfrm>
              <a:off x="3202522" y="4880187"/>
              <a:ext cx="382886" cy="1297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070A50F-EF25-0772-7F7B-5D49A1B1AF02}"/>
                </a:ext>
              </a:extLst>
            </p:cNvPr>
            <p:cNvGrpSpPr/>
            <p:nvPr/>
          </p:nvGrpSpPr>
          <p:grpSpPr>
            <a:xfrm>
              <a:off x="3497860" y="4271345"/>
              <a:ext cx="455104" cy="372801"/>
              <a:chOff x="5318971" y="416288"/>
              <a:chExt cx="455104" cy="372801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F77F555-DAED-AB73-8A43-E62E9A614BAD}"/>
                  </a:ext>
                </a:extLst>
              </p:cNvPr>
              <p:cNvSpPr/>
              <p:nvPr/>
            </p:nvSpPr>
            <p:spPr>
              <a:xfrm>
                <a:off x="5318971" y="416288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E1A248E9-6858-F079-5E8C-8006373C31D9}"/>
                  </a:ext>
                </a:extLst>
              </p:cNvPr>
              <p:cNvGrpSpPr/>
              <p:nvPr/>
            </p:nvGrpSpPr>
            <p:grpSpPr>
              <a:xfrm>
                <a:off x="5387638" y="441504"/>
                <a:ext cx="386437" cy="322367"/>
                <a:chOff x="6122539" y="346448"/>
                <a:chExt cx="386437" cy="322367"/>
              </a:xfrm>
            </p:grpSpPr>
            <p:sp>
              <p:nvSpPr>
                <p:cNvPr id="78" name="Isosceles Triangle 77">
                  <a:extLst>
                    <a:ext uri="{FF2B5EF4-FFF2-40B4-BE49-F238E27FC236}">
                      <a16:creationId xmlns:a16="http://schemas.microsoft.com/office/drawing/2014/main" id="{43643775-E5E9-9861-D830-E67722A2B88C}"/>
                    </a:ext>
                  </a:extLst>
                </p:cNvPr>
                <p:cNvSpPr/>
                <p:nvPr/>
              </p:nvSpPr>
              <p:spPr>
                <a:xfrm rot="5400000">
                  <a:off x="6117214" y="462526"/>
                  <a:ext cx="104644" cy="90211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2BAEBB4-6C51-B8CA-BF4F-B261CF702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29594" y="433524"/>
                  <a:ext cx="32987" cy="14821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A55097F-4945-7798-0D32-C43D590B854A}"/>
                    </a:ext>
                  </a:extLst>
                </p:cNvPr>
                <p:cNvSpPr txBox="1"/>
                <p:nvPr/>
              </p:nvSpPr>
              <p:spPr>
                <a:xfrm rot="5400000">
                  <a:off x="6154574" y="314413"/>
                  <a:ext cx="322367" cy="3864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>
                      <a:solidFill>
                        <a:srgbClr val="156082"/>
                      </a:solidFill>
                    </a:rPr>
                    <a:t>=</a:t>
                  </a:r>
                  <a:endParaRPr lang="en-IN" dirty="0">
                    <a:solidFill>
                      <a:srgbClr val="156082"/>
                    </a:solidFill>
                  </a:endParaRPr>
                </a:p>
              </p:txBody>
            </p:sp>
          </p:grp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B961A99-5050-C8B8-4D3B-FFFE8F0F4C46}"/>
                </a:ext>
              </a:extLst>
            </p:cNvPr>
            <p:cNvSpPr/>
            <p:nvPr/>
          </p:nvSpPr>
          <p:spPr>
            <a:xfrm>
              <a:off x="1961388" y="4364452"/>
              <a:ext cx="298979" cy="1865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</a:rPr>
                <a:t>24</a:t>
              </a:r>
              <a:endParaRPr lang="en-IN" sz="7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9C807C6-846F-86B3-4B69-2598D3F0F1EE}"/>
                </a:ext>
              </a:extLst>
            </p:cNvPr>
            <p:cNvSpPr/>
            <p:nvPr/>
          </p:nvSpPr>
          <p:spPr>
            <a:xfrm>
              <a:off x="3926892" y="4271346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A0C92D7-0AA9-E261-FC12-1ABFBD039701}"/>
                </a:ext>
              </a:extLst>
            </p:cNvPr>
            <p:cNvSpPr/>
            <p:nvPr/>
          </p:nvSpPr>
          <p:spPr>
            <a:xfrm>
              <a:off x="2389593" y="4364452"/>
              <a:ext cx="298979" cy="1865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</a:rPr>
                <a:t>59</a:t>
              </a:r>
              <a:endParaRPr lang="en-IN" sz="70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2B74D46-81F7-1640-CE99-476BB352D143}"/>
                </a:ext>
              </a:extLst>
            </p:cNvPr>
            <p:cNvSpPr/>
            <p:nvPr/>
          </p:nvSpPr>
          <p:spPr>
            <a:xfrm>
              <a:off x="293846" y="4205463"/>
              <a:ext cx="770572" cy="1999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>
                  <a:solidFill>
                    <a:sysClr val="windowText" lastClr="000000"/>
                  </a:solidFill>
                </a:rPr>
                <a:t>Time Now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B98CC27-E677-72EA-AA68-3B09403336F1}"/>
                </a:ext>
              </a:extLst>
            </p:cNvPr>
            <p:cNvSpPr/>
            <p:nvPr/>
          </p:nvSpPr>
          <p:spPr>
            <a:xfrm>
              <a:off x="293846" y="4410087"/>
              <a:ext cx="770572" cy="1999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/>
                <a:t>Countdown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331910-74D5-DA06-B860-35ADC87129F3}"/>
                </a:ext>
              </a:extLst>
            </p:cNvPr>
            <p:cNvSpPr/>
            <p:nvPr/>
          </p:nvSpPr>
          <p:spPr>
            <a:xfrm>
              <a:off x="293846" y="4610046"/>
              <a:ext cx="770572" cy="1999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>
                  <a:solidFill>
                    <a:sysClr val="windowText" lastClr="000000"/>
                  </a:solidFill>
                </a:rPr>
                <a:t>Pomodoro</a:t>
              </a: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5A7807A-EA29-8479-3A4B-54DF6D04C1D2}"/>
              </a:ext>
            </a:extLst>
          </p:cNvPr>
          <p:cNvSpPr/>
          <p:nvPr/>
        </p:nvSpPr>
        <p:spPr>
          <a:xfrm>
            <a:off x="293846" y="5550278"/>
            <a:ext cx="812007" cy="261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TEXT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9D96D96-A3F3-3E06-A14D-78D97C936223}"/>
              </a:ext>
            </a:extLst>
          </p:cNvPr>
          <p:cNvSpPr/>
          <p:nvPr/>
        </p:nvSpPr>
        <p:spPr>
          <a:xfrm>
            <a:off x="1105853" y="5550278"/>
            <a:ext cx="812007" cy="261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VERSE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871E3AF-A263-FDF5-6238-786162E94D22}"/>
              </a:ext>
            </a:extLst>
          </p:cNvPr>
          <p:cNvSpPr/>
          <p:nvPr/>
        </p:nvSpPr>
        <p:spPr>
          <a:xfrm>
            <a:off x="1917860" y="5550278"/>
            <a:ext cx="812007" cy="261938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TIMER</a:t>
            </a:r>
            <a:endParaRPr lang="en-IN" sz="1400" dirty="0">
              <a:solidFill>
                <a:sysClr val="windowText" lastClr="000000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61CD9D-8C70-0CCD-FF86-0AA18727C268}"/>
              </a:ext>
            </a:extLst>
          </p:cNvPr>
          <p:cNvSpPr/>
          <p:nvPr/>
        </p:nvSpPr>
        <p:spPr>
          <a:xfrm>
            <a:off x="2729867" y="5550278"/>
            <a:ext cx="812007" cy="261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LYRICS</a:t>
            </a:r>
            <a:endParaRPr lang="en-IN" sz="1400" dirty="0">
              <a:solidFill>
                <a:sysClr val="windowText" lastClr="000000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3B6093-1890-ACC0-66AC-DED75E31400C}"/>
              </a:ext>
            </a:extLst>
          </p:cNvPr>
          <p:cNvSpPr/>
          <p:nvPr/>
        </p:nvSpPr>
        <p:spPr>
          <a:xfrm>
            <a:off x="3541874" y="5550278"/>
            <a:ext cx="812007" cy="261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MEDIA</a:t>
            </a:r>
            <a:endParaRPr lang="en-IN" sz="1400" dirty="0">
              <a:solidFill>
                <a:sysClr val="windowText" lastClr="000000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14BAC7C-B294-087F-E026-7C384ED3C5E1}"/>
              </a:ext>
            </a:extLst>
          </p:cNvPr>
          <p:cNvSpPr/>
          <p:nvPr/>
        </p:nvSpPr>
        <p:spPr>
          <a:xfrm>
            <a:off x="293846" y="5812216"/>
            <a:ext cx="4060035" cy="604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766174A-C596-0845-DE8B-EA0079609EA8}"/>
              </a:ext>
            </a:extLst>
          </p:cNvPr>
          <p:cNvSpPr txBox="1"/>
          <p:nvPr/>
        </p:nvSpPr>
        <p:spPr>
          <a:xfrm>
            <a:off x="230049" y="6450128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Background</a:t>
            </a:r>
            <a:endParaRPr lang="en-IN" sz="9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E5FCFDC-9A7B-C096-7474-78B0D3597109}"/>
              </a:ext>
            </a:extLst>
          </p:cNvPr>
          <p:cNvGrpSpPr/>
          <p:nvPr/>
        </p:nvGrpSpPr>
        <p:grpSpPr>
          <a:xfrm>
            <a:off x="955835" y="6486939"/>
            <a:ext cx="782587" cy="129777"/>
            <a:chOff x="955835" y="5137235"/>
            <a:chExt cx="782587" cy="129777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90176BC-1298-456F-8142-1B21C8CBB43B}"/>
                </a:ext>
              </a:extLst>
            </p:cNvPr>
            <p:cNvSpPr/>
            <p:nvPr/>
          </p:nvSpPr>
          <p:spPr>
            <a:xfrm>
              <a:off x="955835" y="5137235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Video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23" name="Isosceles Triangle 122">
              <a:extLst>
                <a:ext uri="{FF2B5EF4-FFF2-40B4-BE49-F238E27FC236}">
                  <a16:creationId xmlns:a16="http://schemas.microsoft.com/office/drawing/2014/main" id="{8179439D-F04C-A59C-0485-A0C24BC45A1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616395" y="5170010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EF0BE49-8EA0-0DB5-96F9-F447D5F0F776}"/>
              </a:ext>
            </a:extLst>
          </p:cNvPr>
          <p:cNvSpPr/>
          <p:nvPr/>
        </p:nvSpPr>
        <p:spPr>
          <a:xfrm>
            <a:off x="1770223" y="6486939"/>
            <a:ext cx="1396840" cy="129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600" dirty="0">
                <a:solidFill>
                  <a:srgbClr val="A6A6A6"/>
                </a:solidFill>
              </a:rPr>
              <a:t>Browse …</a:t>
            </a:r>
            <a:endParaRPr lang="en-IN" sz="600" dirty="0">
              <a:solidFill>
                <a:srgbClr val="A6A6A6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D5C736A-DDB4-D869-FBE8-7DF6A23AF779}"/>
              </a:ext>
            </a:extLst>
          </p:cNvPr>
          <p:cNvSpPr/>
          <p:nvPr/>
        </p:nvSpPr>
        <p:spPr>
          <a:xfrm>
            <a:off x="3202522" y="6486939"/>
            <a:ext cx="382886" cy="129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apply</a:t>
            </a:r>
            <a:endParaRPr lang="en-IN" sz="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475B31D-0B68-933E-8059-561FFF1DC951}"/>
              </a:ext>
            </a:extLst>
          </p:cNvPr>
          <p:cNvSpPr/>
          <p:nvPr/>
        </p:nvSpPr>
        <p:spPr>
          <a:xfrm>
            <a:off x="1961388" y="5971204"/>
            <a:ext cx="298979" cy="1865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chemeClr val="tx1"/>
                </a:solidFill>
              </a:rPr>
              <a:t>05</a:t>
            </a:r>
            <a:endParaRPr lang="en-IN" sz="700" dirty="0">
              <a:solidFill>
                <a:schemeClr val="tx1"/>
              </a:solidFill>
            </a:endParaRP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876E245-D305-050F-870A-77D5AAF59E5B}"/>
              </a:ext>
            </a:extLst>
          </p:cNvPr>
          <p:cNvGrpSpPr/>
          <p:nvPr/>
        </p:nvGrpSpPr>
        <p:grpSpPr>
          <a:xfrm>
            <a:off x="7338096" y="69850"/>
            <a:ext cx="4142147" cy="1035934"/>
            <a:chOff x="6537996" y="1460500"/>
            <a:chExt cx="4142147" cy="103593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AC53CD-7A5A-19C3-F9D0-DBAADE43B273}"/>
                </a:ext>
              </a:extLst>
            </p:cNvPr>
            <p:cNvSpPr/>
            <p:nvPr/>
          </p:nvSpPr>
          <p:spPr>
            <a:xfrm>
              <a:off x="6620108" y="146050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8ACFD7-A625-A26C-17D6-0B7C04805A4F}"/>
                </a:ext>
              </a:extLst>
            </p:cNvPr>
            <p:cNvSpPr/>
            <p:nvPr/>
          </p:nvSpPr>
          <p:spPr>
            <a:xfrm>
              <a:off x="7432115" y="146050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C7F6F81-2C6E-6877-15B7-DF9296FC54B1}"/>
                </a:ext>
              </a:extLst>
            </p:cNvPr>
            <p:cNvSpPr/>
            <p:nvPr/>
          </p:nvSpPr>
          <p:spPr>
            <a:xfrm>
              <a:off x="8244122" y="146050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62E5EB-3122-7B33-F413-8159F1D3C95F}"/>
                </a:ext>
              </a:extLst>
            </p:cNvPr>
            <p:cNvSpPr/>
            <p:nvPr/>
          </p:nvSpPr>
          <p:spPr>
            <a:xfrm>
              <a:off x="9056129" y="1460500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7C1704-9EF2-3C3B-6CC3-DCBF2000060B}"/>
                </a:ext>
              </a:extLst>
            </p:cNvPr>
            <p:cNvSpPr/>
            <p:nvPr/>
          </p:nvSpPr>
          <p:spPr>
            <a:xfrm>
              <a:off x="9868136" y="146050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80B39B-44C9-E18B-1529-A68F287B8F77}"/>
                </a:ext>
              </a:extLst>
            </p:cNvPr>
            <p:cNvSpPr/>
            <p:nvPr/>
          </p:nvSpPr>
          <p:spPr>
            <a:xfrm>
              <a:off x="6620108" y="1722438"/>
              <a:ext cx="4060035" cy="50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chemeClr val="bg1">
                      <a:lumMod val="65000"/>
                    </a:schemeClr>
                  </a:solidFill>
                </a:rPr>
                <a:t>Paste lyrics here …</a:t>
              </a:r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59E85AE-3C89-C3F1-F677-86AF12100EBB}"/>
                </a:ext>
              </a:extLst>
            </p:cNvPr>
            <p:cNvSpPr/>
            <p:nvPr/>
          </p:nvSpPr>
          <p:spPr>
            <a:xfrm>
              <a:off x="7263782" y="2304496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Solid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7E94362-3622-E24D-5F01-B2D361EFCB6D}"/>
                </a:ext>
              </a:extLst>
            </p:cNvPr>
            <p:cNvSpPr txBox="1"/>
            <p:nvPr/>
          </p:nvSpPr>
          <p:spPr>
            <a:xfrm>
              <a:off x="6537996" y="2265602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041CADD3-1324-B7EF-1805-FBF2C23D51FA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924342" y="2337271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A70A59F-DB8A-2C6C-0160-6A419183E680}"/>
                </a:ext>
              </a:extLst>
            </p:cNvPr>
            <p:cNvSpPr/>
            <p:nvPr/>
          </p:nvSpPr>
          <p:spPr>
            <a:xfrm>
              <a:off x="8097220" y="2304496"/>
              <a:ext cx="128587" cy="12977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2F588AF-06FA-4843-3D52-4DBD1064DC97}"/>
                </a:ext>
              </a:extLst>
            </p:cNvPr>
            <p:cNvSpPr/>
            <p:nvPr/>
          </p:nvSpPr>
          <p:spPr>
            <a:xfrm>
              <a:off x="8267242" y="2304496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46C252-2D06-2884-4550-8D6328CAB9E5}"/>
                </a:ext>
              </a:extLst>
            </p:cNvPr>
            <p:cNvGrpSpPr/>
            <p:nvPr/>
          </p:nvGrpSpPr>
          <p:grpSpPr>
            <a:xfrm>
              <a:off x="9777361" y="1793069"/>
              <a:ext cx="372801" cy="372801"/>
              <a:chOff x="6977011" y="5368222"/>
              <a:chExt cx="372801" cy="372801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7998AFD-780F-764D-1040-37F06CEF8A6D}"/>
                  </a:ext>
                </a:extLst>
              </p:cNvPr>
              <p:cNvSpPr/>
              <p:nvPr/>
            </p:nvSpPr>
            <p:spPr>
              <a:xfrm>
                <a:off x="6977011" y="5368222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4DE073FA-C684-364E-78AB-3F427266A747}"/>
                  </a:ext>
                </a:extLst>
              </p:cNvPr>
              <p:cNvSpPr/>
              <p:nvPr/>
            </p:nvSpPr>
            <p:spPr>
              <a:xfrm rot="5400000">
                <a:off x="7111089" y="5509517"/>
                <a:ext cx="104644" cy="90211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D157BA3-4D8A-0DB8-92CF-054D858854F1}"/>
                </a:ext>
              </a:extLst>
            </p:cNvPr>
            <p:cNvSpPr/>
            <p:nvPr/>
          </p:nvSpPr>
          <p:spPr>
            <a:xfrm>
              <a:off x="10232465" y="1787006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C8870EC-2D15-F450-E417-BDB62C4944A8}"/>
              </a:ext>
            </a:extLst>
          </p:cNvPr>
          <p:cNvSpPr/>
          <p:nvPr/>
        </p:nvSpPr>
        <p:spPr>
          <a:xfrm>
            <a:off x="2389593" y="5971204"/>
            <a:ext cx="298979" cy="1865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>
                <a:solidFill>
                  <a:schemeClr val="tx1"/>
                </a:solidFill>
              </a:rPr>
              <a:t>30</a:t>
            </a:r>
            <a:endParaRPr lang="en-IN" sz="700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B00FBD6-C258-EAE7-4C50-C21FE12669E6}"/>
              </a:ext>
            </a:extLst>
          </p:cNvPr>
          <p:cNvSpPr/>
          <p:nvPr/>
        </p:nvSpPr>
        <p:spPr>
          <a:xfrm>
            <a:off x="293846" y="5812215"/>
            <a:ext cx="770572" cy="199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ysClr val="windowText" lastClr="000000"/>
                </a:solidFill>
              </a:rPr>
              <a:t>Time Now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83BFBB2-932A-8CC9-825D-6D2076CD1B69}"/>
              </a:ext>
            </a:extLst>
          </p:cNvPr>
          <p:cNvSpPr/>
          <p:nvPr/>
        </p:nvSpPr>
        <p:spPr>
          <a:xfrm>
            <a:off x="293846" y="6016839"/>
            <a:ext cx="770572" cy="199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ysClr val="windowText" lastClr="000000"/>
                </a:solidFill>
              </a:rPr>
              <a:t>Countdown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9970BD8-83C9-5CF2-D894-1481783F8F2F}"/>
              </a:ext>
            </a:extLst>
          </p:cNvPr>
          <p:cNvSpPr/>
          <p:nvPr/>
        </p:nvSpPr>
        <p:spPr>
          <a:xfrm>
            <a:off x="293846" y="6216798"/>
            <a:ext cx="770572" cy="1999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Pomodoro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C919B91-D823-BFB7-8D55-36A9DEF1E49D}"/>
              </a:ext>
            </a:extLst>
          </p:cNvPr>
          <p:cNvSpPr txBox="1"/>
          <p:nvPr/>
        </p:nvSpPr>
        <p:spPr>
          <a:xfrm>
            <a:off x="1952533" y="4781001"/>
            <a:ext cx="312907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700" dirty="0"/>
              <a:t>HH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C0EF7F4-3ED0-B574-EB68-CA0B60A9AA7C}"/>
              </a:ext>
            </a:extLst>
          </p:cNvPr>
          <p:cNvSpPr txBox="1"/>
          <p:nvPr/>
        </p:nvSpPr>
        <p:spPr>
          <a:xfrm>
            <a:off x="2389033" y="4781001"/>
            <a:ext cx="325731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700" dirty="0"/>
              <a:t>MM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72AE2D9-D8CC-C6CA-5B54-B390DD7B4E3C}"/>
              </a:ext>
            </a:extLst>
          </p:cNvPr>
          <p:cNvSpPr txBox="1"/>
          <p:nvPr/>
        </p:nvSpPr>
        <p:spPr>
          <a:xfrm>
            <a:off x="1952533" y="6181176"/>
            <a:ext cx="325731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700" dirty="0"/>
              <a:t>MM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7361A8A-888E-32E8-C02E-F8F54D636633}"/>
              </a:ext>
            </a:extLst>
          </p:cNvPr>
          <p:cNvSpPr txBox="1"/>
          <p:nvPr/>
        </p:nvSpPr>
        <p:spPr>
          <a:xfrm>
            <a:off x="2402914" y="6181176"/>
            <a:ext cx="287259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700" dirty="0"/>
              <a:t>SS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45756A9-AE71-9CFF-AEFE-7D4099C5C6E3}"/>
              </a:ext>
            </a:extLst>
          </p:cNvPr>
          <p:cNvGrpSpPr/>
          <p:nvPr/>
        </p:nvGrpSpPr>
        <p:grpSpPr>
          <a:xfrm>
            <a:off x="7325396" y="4404962"/>
            <a:ext cx="4142147" cy="1016637"/>
            <a:chOff x="6537996" y="3342323"/>
            <a:chExt cx="4142147" cy="10166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66E7F2-DB47-A4C7-6E52-7080BB9FEFAC}"/>
                </a:ext>
              </a:extLst>
            </p:cNvPr>
            <p:cNvSpPr/>
            <p:nvPr/>
          </p:nvSpPr>
          <p:spPr>
            <a:xfrm>
              <a:off x="6620108" y="334232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9BE6B2C-BA54-D7CF-9F6D-F07F8A21D029}"/>
                </a:ext>
              </a:extLst>
            </p:cNvPr>
            <p:cNvSpPr/>
            <p:nvPr/>
          </p:nvSpPr>
          <p:spPr>
            <a:xfrm>
              <a:off x="7432115" y="334232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8D85032-17C3-97CD-B1D1-1881331F3F70}"/>
                </a:ext>
              </a:extLst>
            </p:cNvPr>
            <p:cNvSpPr/>
            <p:nvPr/>
          </p:nvSpPr>
          <p:spPr>
            <a:xfrm>
              <a:off x="8244122" y="334232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303596-5635-B188-08D5-D6D1718DE8D6}"/>
                </a:ext>
              </a:extLst>
            </p:cNvPr>
            <p:cNvSpPr/>
            <p:nvPr/>
          </p:nvSpPr>
          <p:spPr>
            <a:xfrm>
              <a:off x="9056129" y="3342323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4D04B32-57AB-A7FF-F855-F7B6C20C97D9}"/>
                </a:ext>
              </a:extLst>
            </p:cNvPr>
            <p:cNvSpPr/>
            <p:nvPr/>
          </p:nvSpPr>
          <p:spPr>
            <a:xfrm>
              <a:off x="9868136" y="3342323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4D0315F-3F3B-770A-FF7B-362B0CEE917D}"/>
                </a:ext>
              </a:extLst>
            </p:cNvPr>
            <p:cNvSpPr/>
            <p:nvPr/>
          </p:nvSpPr>
          <p:spPr>
            <a:xfrm>
              <a:off x="6620108" y="3604261"/>
              <a:ext cx="4060035" cy="50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chemeClr val="bg1">
                      <a:lumMod val="65000"/>
                    </a:schemeClr>
                  </a:solidFill>
                </a:rPr>
                <a:t>Drag &amp; drop or browse media</a:t>
              </a:r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8BE7B60-8F44-6DC4-F975-AF4ABA64260E}"/>
                </a:ext>
              </a:extLst>
            </p:cNvPr>
            <p:cNvSpPr/>
            <p:nvPr/>
          </p:nvSpPr>
          <p:spPr>
            <a:xfrm>
              <a:off x="7263782" y="4167022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Solid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AFB5C9D-F340-9937-C683-056BD24CAA94}"/>
                </a:ext>
              </a:extLst>
            </p:cNvPr>
            <p:cNvSpPr txBox="1"/>
            <p:nvPr/>
          </p:nvSpPr>
          <p:spPr>
            <a:xfrm>
              <a:off x="6537996" y="4128128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591ADE7C-2A9B-258E-2197-9257F1338D8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924342" y="4199797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05379E5-AD46-E368-5199-1B67F765BE7A}"/>
                </a:ext>
              </a:extLst>
            </p:cNvPr>
            <p:cNvSpPr/>
            <p:nvPr/>
          </p:nvSpPr>
          <p:spPr>
            <a:xfrm>
              <a:off x="8097220" y="4167022"/>
              <a:ext cx="128587" cy="12977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D143C21-50F6-25AD-5933-59DD9A369B78}"/>
                </a:ext>
              </a:extLst>
            </p:cNvPr>
            <p:cNvSpPr/>
            <p:nvPr/>
          </p:nvSpPr>
          <p:spPr>
            <a:xfrm>
              <a:off x="8267242" y="4167022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43D5637-AC02-DA3A-FB83-4B32A110E1F2}"/>
                </a:ext>
              </a:extLst>
            </p:cNvPr>
            <p:cNvGrpSpPr/>
            <p:nvPr/>
          </p:nvGrpSpPr>
          <p:grpSpPr>
            <a:xfrm>
              <a:off x="9777361" y="3684143"/>
              <a:ext cx="372801" cy="372801"/>
              <a:chOff x="6977011" y="5368222"/>
              <a:chExt cx="372801" cy="372801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FD82402-7572-BB4C-8E41-A4804C082601}"/>
                  </a:ext>
                </a:extLst>
              </p:cNvPr>
              <p:cNvSpPr/>
              <p:nvPr/>
            </p:nvSpPr>
            <p:spPr>
              <a:xfrm>
                <a:off x="6977011" y="5368222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Isosceles Triangle 147">
                <a:extLst>
                  <a:ext uri="{FF2B5EF4-FFF2-40B4-BE49-F238E27FC236}">
                    <a16:creationId xmlns:a16="http://schemas.microsoft.com/office/drawing/2014/main" id="{8EC68FDF-C372-7DDF-B16F-6A5CDFB68689}"/>
                  </a:ext>
                </a:extLst>
              </p:cNvPr>
              <p:cNvSpPr/>
              <p:nvPr/>
            </p:nvSpPr>
            <p:spPr>
              <a:xfrm rot="5400000">
                <a:off x="7111089" y="5509517"/>
                <a:ext cx="104644" cy="90211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8D36C85-EA2D-5377-44E3-9C44BBAEBAC8}"/>
                </a:ext>
              </a:extLst>
            </p:cNvPr>
            <p:cNvSpPr/>
            <p:nvPr/>
          </p:nvSpPr>
          <p:spPr>
            <a:xfrm>
              <a:off x="10232465" y="3678080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C41234C-95F4-02D8-B56F-AE02C679BFF9}"/>
              </a:ext>
            </a:extLst>
          </p:cNvPr>
          <p:cNvGrpSpPr/>
          <p:nvPr/>
        </p:nvGrpSpPr>
        <p:grpSpPr>
          <a:xfrm>
            <a:off x="7325396" y="1188039"/>
            <a:ext cx="4142147" cy="3134668"/>
            <a:chOff x="7325396" y="1200150"/>
            <a:chExt cx="4142147" cy="3134668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B8952F5-CC34-97DE-2958-3F119F9B2B6A}"/>
                </a:ext>
              </a:extLst>
            </p:cNvPr>
            <p:cNvSpPr/>
            <p:nvPr/>
          </p:nvSpPr>
          <p:spPr>
            <a:xfrm>
              <a:off x="7407508" y="120015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C535AAA-1A72-D1B9-E1AB-78A3B7FF3AE9}"/>
                </a:ext>
              </a:extLst>
            </p:cNvPr>
            <p:cNvSpPr/>
            <p:nvPr/>
          </p:nvSpPr>
          <p:spPr>
            <a:xfrm>
              <a:off x="8219515" y="120015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12EC3AA5-5437-0A8E-F6C8-C9AEF5807A6A}"/>
                </a:ext>
              </a:extLst>
            </p:cNvPr>
            <p:cNvSpPr/>
            <p:nvPr/>
          </p:nvSpPr>
          <p:spPr>
            <a:xfrm>
              <a:off x="9031522" y="120015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BE16693-6B03-858B-C23A-5960C052E050}"/>
                </a:ext>
              </a:extLst>
            </p:cNvPr>
            <p:cNvSpPr/>
            <p:nvPr/>
          </p:nvSpPr>
          <p:spPr>
            <a:xfrm>
              <a:off x="9843529" y="1200150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9D0851B-6DD5-D28A-9114-0B23F1F68418}"/>
                </a:ext>
              </a:extLst>
            </p:cNvPr>
            <p:cNvSpPr/>
            <p:nvPr/>
          </p:nvSpPr>
          <p:spPr>
            <a:xfrm>
              <a:off x="10655536" y="1200150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637119F-9C8A-5069-C3B8-B0E46310EB8A}"/>
                </a:ext>
              </a:extLst>
            </p:cNvPr>
            <p:cNvSpPr/>
            <p:nvPr/>
          </p:nvSpPr>
          <p:spPr>
            <a:xfrm>
              <a:off x="7407508" y="1462088"/>
              <a:ext cx="4060035" cy="26107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7A14802-8F71-F7EB-DF01-13600264E983}"/>
                </a:ext>
              </a:extLst>
            </p:cNvPr>
            <p:cNvSpPr/>
            <p:nvPr/>
          </p:nvSpPr>
          <p:spPr>
            <a:xfrm>
              <a:off x="8051182" y="4142880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Solid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E237D2A9-35E8-0C6B-B95E-583E87A49B69}"/>
                </a:ext>
              </a:extLst>
            </p:cNvPr>
            <p:cNvSpPr txBox="1"/>
            <p:nvPr/>
          </p:nvSpPr>
          <p:spPr>
            <a:xfrm>
              <a:off x="7325396" y="4103986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161" name="Isosceles Triangle 160">
              <a:extLst>
                <a:ext uri="{FF2B5EF4-FFF2-40B4-BE49-F238E27FC236}">
                  <a16:creationId xmlns:a16="http://schemas.microsoft.com/office/drawing/2014/main" id="{F0F0A4E5-3469-5553-FC51-CBB2EBEE3E0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8711742" y="4175655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85BF7AA-5794-00F2-CF3D-EA5F568770F9}"/>
                </a:ext>
              </a:extLst>
            </p:cNvPr>
            <p:cNvSpPr/>
            <p:nvPr/>
          </p:nvSpPr>
          <p:spPr>
            <a:xfrm>
              <a:off x="8884620" y="4142880"/>
              <a:ext cx="128587" cy="12977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4FAC015-6ED8-2B4C-85EC-3EDA990EEB5B}"/>
                </a:ext>
              </a:extLst>
            </p:cNvPr>
            <p:cNvSpPr/>
            <p:nvPr/>
          </p:nvSpPr>
          <p:spPr>
            <a:xfrm>
              <a:off x="9054642" y="4142880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861F8D38-156A-A5C4-7E8F-FBF41E35E26F}"/>
                </a:ext>
              </a:extLst>
            </p:cNvPr>
            <p:cNvGrpSpPr/>
            <p:nvPr/>
          </p:nvGrpSpPr>
          <p:grpSpPr>
            <a:xfrm>
              <a:off x="10564761" y="1532719"/>
              <a:ext cx="372801" cy="372801"/>
              <a:chOff x="6977011" y="5368222"/>
              <a:chExt cx="372801" cy="372801"/>
            </a:xfrm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A956A4B9-98E7-3D9F-0336-34B5F5003411}"/>
                  </a:ext>
                </a:extLst>
              </p:cNvPr>
              <p:cNvSpPr/>
              <p:nvPr/>
            </p:nvSpPr>
            <p:spPr>
              <a:xfrm>
                <a:off x="6977011" y="5368222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7" name="Isosceles Triangle 166">
                <a:extLst>
                  <a:ext uri="{FF2B5EF4-FFF2-40B4-BE49-F238E27FC236}">
                    <a16:creationId xmlns:a16="http://schemas.microsoft.com/office/drawing/2014/main" id="{82BF8AD1-C877-3CAD-2A54-A2E94E13B480}"/>
                  </a:ext>
                </a:extLst>
              </p:cNvPr>
              <p:cNvSpPr/>
              <p:nvPr/>
            </p:nvSpPr>
            <p:spPr>
              <a:xfrm rot="5400000">
                <a:off x="7111089" y="5509517"/>
                <a:ext cx="104644" cy="90211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36B5B38-ED53-4EB0-2960-8F3E1872D36A}"/>
                </a:ext>
              </a:extLst>
            </p:cNvPr>
            <p:cNvSpPr/>
            <p:nvPr/>
          </p:nvSpPr>
          <p:spPr>
            <a:xfrm>
              <a:off x="11019865" y="1526656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099CB03-C7EA-5FB3-E7C0-62C80AA688E2}"/>
                </a:ext>
              </a:extLst>
            </p:cNvPr>
            <p:cNvSpPr/>
            <p:nvPr/>
          </p:nvSpPr>
          <p:spPr>
            <a:xfrm>
              <a:off x="7505700" y="1581150"/>
              <a:ext cx="2089150" cy="1428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258 - Blessed assurance</a:t>
              </a:r>
              <a:endParaRPr lang="en-IN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DE9099D-39EE-DF93-F209-1E74C812B934}"/>
                </a:ext>
              </a:extLst>
            </p:cNvPr>
            <p:cNvSpPr/>
            <p:nvPr/>
          </p:nvSpPr>
          <p:spPr>
            <a:xfrm>
              <a:off x="7505700" y="1821575"/>
              <a:ext cx="2089150" cy="60602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/>
                <a:t>1 Blessed assurance, Jesus is mine!</a:t>
              </a:r>
            </a:p>
            <a:p>
              <a:pPr algn="ctr"/>
              <a:r>
                <a:rPr lang="en-GB" sz="900" dirty="0"/>
                <a:t>O, what a foretaste of glory divine!</a:t>
              </a:r>
            </a:p>
            <a:p>
              <a:pPr algn="ctr"/>
              <a:r>
                <a:rPr lang="en-GB" sz="900" dirty="0"/>
                <a:t>Heir of salvation, purchase of God,</a:t>
              </a:r>
            </a:p>
            <a:p>
              <a:pPr algn="ctr"/>
              <a:r>
                <a:rPr lang="en-GB" sz="900" dirty="0"/>
                <a:t>born of His Spirit, washed in His blood.</a:t>
              </a:r>
              <a:endParaRPr lang="en-IN" sz="900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14CC289-E66C-4033-927F-4099B2606313}"/>
                </a:ext>
              </a:extLst>
            </p:cNvPr>
            <p:cNvSpPr/>
            <p:nvPr/>
          </p:nvSpPr>
          <p:spPr>
            <a:xfrm>
              <a:off x="7505700" y="2525152"/>
              <a:ext cx="2089150" cy="74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Refrain: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This is my story, this is my song,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praising my Savior all the day long;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this is my story, this is my song,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praising my Savior all the day long.</a:t>
              </a:r>
              <a:endParaRPr lang="en-IN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22CD4C5-72FD-ED4F-57CB-C7DD823275F2}"/>
                </a:ext>
              </a:extLst>
            </p:cNvPr>
            <p:cNvSpPr/>
            <p:nvPr/>
          </p:nvSpPr>
          <p:spPr>
            <a:xfrm>
              <a:off x="7505700" y="3371330"/>
              <a:ext cx="2273300" cy="6060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2 Perfect submission, perfect delight,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visions of rapture now burst on my sight;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angels descending, bring from above</a:t>
              </a:r>
            </a:p>
            <a:p>
              <a:pPr algn="ctr"/>
              <a:r>
                <a:rPr lang="en-GB" sz="900" dirty="0">
                  <a:solidFill>
                    <a:sysClr val="windowText" lastClr="000000"/>
                  </a:solidFill>
                </a:rPr>
                <a:t>echoes of mercy, whispers of love.</a:t>
              </a:r>
              <a:endParaRPr lang="en-IN" sz="9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28F762B-FA82-D9AA-4BD4-01F50599FBA6}"/>
              </a:ext>
            </a:extLst>
          </p:cNvPr>
          <p:cNvSpPr/>
          <p:nvPr/>
        </p:nvSpPr>
        <p:spPr>
          <a:xfrm>
            <a:off x="3135870" y="6064496"/>
            <a:ext cx="128030" cy="128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3B91721-6E30-4836-A5C5-798DA50FD579}"/>
              </a:ext>
            </a:extLst>
          </p:cNvPr>
          <p:cNvSpPr txBox="1"/>
          <p:nvPr/>
        </p:nvSpPr>
        <p:spPr>
          <a:xfrm>
            <a:off x="3210946" y="599770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Count up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42BADBF-C2FD-DAC6-89B1-276B2FBFF2E0}"/>
              </a:ext>
            </a:extLst>
          </p:cNvPr>
          <p:cNvGrpSpPr/>
          <p:nvPr/>
        </p:nvGrpSpPr>
        <p:grpSpPr>
          <a:xfrm>
            <a:off x="3151069" y="6031126"/>
            <a:ext cx="97632" cy="123825"/>
            <a:chOff x="4543425" y="5726906"/>
            <a:chExt cx="97632" cy="123825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BBD0FF3-467E-FC99-23A5-C0F6798FC98E}"/>
                </a:ext>
              </a:extLst>
            </p:cNvPr>
            <p:cNvCxnSpPr/>
            <p:nvPr/>
          </p:nvCxnSpPr>
          <p:spPr>
            <a:xfrm>
              <a:off x="4543425" y="5812215"/>
              <a:ext cx="59531" cy="361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D2B4F1F-EA28-6BD7-A22D-419DB535DE97}"/>
                </a:ext>
              </a:extLst>
            </p:cNvPr>
            <p:cNvCxnSpPr/>
            <p:nvPr/>
          </p:nvCxnSpPr>
          <p:spPr>
            <a:xfrm flipV="1">
              <a:off x="4593432" y="5726906"/>
              <a:ext cx="47625" cy="1238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9C3D7B8-FACD-26E8-E366-8DAE8CAAC394}"/>
              </a:ext>
            </a:extLst>
          </p:cNvPr>
          <p:cNvGrpSpPr/>
          <p:nvPr/>
        </p:nvGrpSpPr>
        <p:grpSpPr>
          <a:xfrm>
            <a:off x="7325396" y="5503855"/>
            <a:ext cx="4142147" cy="1273084"/>
            <a:chOff x="7325396" y="5503855"/>
            <a:chExt cx="4142147" cy="1273084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E275BB00-A3AC-AE51-B70E-F62B1160B638}"/>
                </a:ext>
              </a:extLst>
            </p:cNvPr>
            <p:cNvSpPr/>
            <p:nvPr/>
          </p:nvSpPr>
          <p:spPr>
            <a:xfrm>
              <a:off x="7407508" y="5503855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TEXT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E1F7F53-A7BA-A4BD-CF93-97E2123DC1D0}"/>
                </a:ext>
              </a:extLst>
            </p:cNvPr>
            <p:cNvSpPr/>
            <p:nvPr/>
          </p:nvSpPr>
          <p:spPr>
            <a:xfrm>
              <a:off x="8219515" y="5503855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VERSE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EDB035B-7549-7C01-E45D-1C4937F67552}"/>
                </a:ext>
              </a:extLst>
            </p:cNvPr>
            <p:cNvSpPr/>
            <p:nvPr/>
          </p:nvSpPr>
          <p:spPr>
            <a:xfrm>
              <a:off x="9031522" y="5503855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TIMER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BACCAE7-8574-FB4F-DFC8-745EB48316EF}"/>
                </a:ext>
              </a:extLst>
            </p:cNvPr>
            <p:cNvSpPr/>
            <p:nvPr/>
          </p:nvSpPr>
          <p:spPr>
            <a:xfrm>
              <a:off x="9843529" y="5503855"/>
              <a:ext cx="812007" cy="261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LYRICS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DD61A2CE-B00A-13E8-FD97-6CA3AC38A915}"/>
                </a:ext>
              </a:extLst>
            </p:cNvPr>
            <p:cNvSpPr/>
            <p:nvPr/>
          </p:nvSpPr>
          <p:spPr>
            <a:xfrm>
              <a:off x="10655536" y="5503855"/>
              <a:ext cx="812007" cy="261938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MEDIA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F0ACB74-9957-52C6-494D-0959C923132B}"/>
                </a:ext>
              </a:extLst>
            </p:cNvPr>
            <p:cNvSpPr/>
            <p:nvPr/>
          </p:nvSpPr>
          <p:spPr>
            <a:xfrm>
              <a:off x="7407508" y="5765793"/>
              <a:ext cx="4060035" cy="7553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43B5A64-38A0-25B8-9102-50E47ABA86F3}"/>
                </a:ext>
              </a:extLst>
            </p:cNvPr>
            <p:cNvSpPr/>
            <p:nvPr/>
          </p:nvSpPr>
          <p:spPr>
            <a:xfrm>
              <a:off x="8051182" y="6585001"/>
              <a:ext cx="782587" cy="1297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Solid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66A992A-ECB2-2F86-8257-EC87DA4C3221}"/>
                </a:ext>
              </a:extLst>
            </p:cNvPr>
            <p:cNvSpPr txBox="1"/>
            <p:nvPr/>
          </p:nvSpPr>
          <p:spPr>
            <a:xfrm>
              <a:off x="7325396" y="6546107"/>
              <a:ext cx="7825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Background</a:t>
              </a:r>
              <a:endParaRPr lang="en-IN" sz="900" dirty="0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6762FDDA-72A7-A8ED-813D-DBBD9DE02002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8711742" y="6617776"/>
              <a:ext cx="83520" cy="72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5102C3F-60D0-19B2-F2BB-0FE495F58530}"/>
                </a:ext>
              </a:extLst>
            </p:cNvPr>
            <p:cNvSpPr/>
            <p:nvPr/>
          </p:nvSpPr>
          <p:spPr>
            <a:xfrm>
              <a:off x="8884620" y="6585001"/>
              <a:ext cx="128587" cy="12977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D8481FE-192F-4C4C-DCDE-727346BE09D4}"/>
                </a:ext>
              </a:extLst>
            </p:cNvPr>
            <p:cNvSpPr/>
            <p:nvPr/>
          </p:nvSpPr>
          <p:spPr>
            <a:xfrm>
              <a:off x="9054642" y="6585001"/>
              <a:ext cx="382886" cy="1126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" dirty="0"/>
                <a:t>apply</a:t>
              </a:r>
              <a:endParaRPr lang="en-IN" sz="600" dirty="0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FBD07FF-040C-211B-4B3A-94A59DB3714C}"/>
                </a:ext>
              </a:extLst>
            </p:cNvPr>
            <p:cNvGrpSpPr/>
            <p:nvPr/>
          </p:nvGrpSpPr>
          <p:grpSpPr>
            <a:xfrm>
              <a:off x="10564761" y="5845675"/>
              <a:ext cx="372801" cy="372801"/>
              <a:chOff x="6977011" y="5368222"/>
              <a:chExt cx="372801" cy="372801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50C25990-218C-E1DE-D5E4-089357AFEECC}"/>
                  </a:ext>
                </a:extLst>
              </p:cNvPr>
              <p:cNvSpPr/>
              <p:nvPr/>
            </p:nvSpPr>
            <p:spPr>
              <a:xfrm>
                <a:off x="6977011" y="5368222"/>
                <a:ext cx="372801" cy="372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1D3C48D0-33E8-F596-2186-6EF1C9383ECB}"/>
                  </a:ext>
                </a:extLst>
              </p:cNvPr>
              <p:cNvSpPr/>
              <p:nvPr/>
            </p:nvSpPr>
            <p:spPr>
              <a:xfrm rot="5400000">
                <a:off x="7111089" y="5509517"/>
                <a:ext cx="104644" cy="90211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B39B8DC-DF47-3033-E090-9A3330D1AE07}"/>
                </a:ext>
              </a:extLst>
            </p:cNvPr>
            <p:cNvSpPr/>
            <p:nvPr/>
          </p:nvSpPr>
          <p:spPr>
            <a:xfrm>
              <a:off x="11019865" y="5839612"/>
              <a:ext cx="372801" cy="3762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x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3C3BA992-B23E-79BF-8F7C-0B27AE5CC867}"/>
                </a:ext>
              </a:extLst>
            </p:cNvPr>
            <p:cNvSpPr/>
            <p:nvPr/>
          </p:nvSpPr>
          <p:spPr>
            <a:xfrm>
              <a:off x="7459290" y="5823126"/>
              <a:ext cx="1289562" cy="1589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>
                  <a:solidFill>
                    <a:sysClr val="windowText" lastClr="000000"/>
                  </a:solidFill>
                </a:rPr>
                <a:t>DSC_00123.JPG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B4530-644A-E7D6-7A70-1116DEDEF896}"/>
                </a:ext>
              </a:extLst>
            </p:cNvPr>
            <p:cNvSpPr/>
            <p:nvPr/>
          </p:nvSpPr>
          <p:spPr>
            <a:xfrm>
              <a:off x="9658772" y="5839612"/>
              <a:ext cx="755228" cy="541619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E59907EA-2164-02DA-B7E0-4B92810B3630}"/>
                </a:ext>
              </a:extLst>
            </p:cNvPr>
            <p:cNvSpPr/>
            <p:nvPr/>
          </p:nvSpPr>
          <p:spPr>
            <a:xfrm>
              <a:off x="7459290" y="6049013"/>
              <a:ext cx="1289562" cy="1589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/>
                <a:t>DSC_00125.JPG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EC4DDC4-BF26-F2A5-67D8-9B3C8DFEEBAA}"/>
                </a:ext>
              </a:extLst>
            </p:cNvPr>
            <p:cNvSpPr/>
            <p:nvPr/>
          </p:nvSpPr>
          <p:spPr>
            <a:xfrm>
              <a:off x="7459290" y="6275665"/>
              <a:ext cx="1289562" cy="1589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>
                  <a:solidFill>
                    <a:sysClr val="windowText" lastClr="000000"/>
                  </a:solidFill>
                </a:rPr>
                <a:t>AVI_00126.AVI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7DED445F-CCE9-3B1F-1E2C-D4B028E5AF08}"/>
                </a:ext>
              </a:extLst>
            </p:cNvPr>
            <p:cNvSpPr/>
            <p:nvPr/>
          </p:nvSpPr>
          <p:spPr>
            <a:xfrm>
              <a:off x="9658772" y="6416757"/>
              <a:ext cx="755228" cy="70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ysClr val="windowText" lastClr="000000"/>
                  </a:solidFill>
                </a:rPr>
                <a:t>Preview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17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266</Words>
  <Application>Microsoft Office PowerPoint</Application>
  <PresentationFormat>Widescreen</PresentationFormat>
  <Paragraphs>128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Malapati</dc:creator>
  <cp:lastModifiedBy>Christopher Malapati</cp:lastModifiedBy>
  <cp:revision>3</cp:revision>
  <dcterms:created xsi:type="dcterms:W3CDTF">2026-08-14T03:49:14Z</dcterms:created>
  <dcterms:modified xsi:type="dcterms:W3CDTF">2026-08-15T16:38:53Z</dcterms:modified>
</cp:coreProperties>
</file>